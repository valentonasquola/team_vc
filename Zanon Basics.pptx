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a1e3c3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a1e3c3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7a1e3c3a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7a1e3c3a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7a1e3c3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7a1e3c3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a1e3c3a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7a1e3c3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a1e3c3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7a1e3c3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7a1e3c3a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7a1e3c3a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a1e3c3a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7a1e3c3a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a1e3c3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7a1e3c3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a1e3c3a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a1e3c3a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81"/>
            <a:ext cx="9144000" cy="5099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12400" y="3251725"/>
            <a:ext cx="6440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sviluppato da Chiara Fantini e Valentina De Vincenzi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13"/>
            <a:ext cx="9144000" cy="51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13"/>
            <a:ext cx="9144000" cy="51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670"/>
            <a:ext cx="9144000" cy="509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21"/>
            <a:ext cx="9144000" cy="511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512"/>
            <a:ext cx="9143999" cy="50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50"/>
            <a:ext cx="91440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72"/>
            <a:ext cx="9144000" cy="5110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" y="0"/>
            <a:ext cx="91406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81"/>
            <a:ext cx="9144001" cy="511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